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315200" cy="4572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example.com/line-break" TargetMode="External"/><Relationship Id="rId3" Type="http://schemas.openxmlformats.org/officeDocument/2006/relationships/slide" Target="slide2.xml"/><Relationship Id="rId4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" name="Shape 128"/>
          <p:cNvGraphicFramePr>
            <a:graphicFrameLocks noGrp="1"/>
          </p:cNvGraphicFramePr>
          <p:nvPr/>
        </p:nvGraphicFramePr>
        <p:xfrm>
          <a:off x="254000" y="254000"/>
          <a:ext cx="6350000" cy="2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50000"/>
              </a:tblGrid>
              <a:tr h="254000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0000"/>
                        </a:lnSpc>
                        <a:buNone/>
                      </a:pPr>
                      <a:r>
                        <a:rPr sz="2000" b="1" u="none">
                          <a:solidFill>
                            <a:srgbClr val="E00000"/>
                          </a:solidFill>
                          <a:hlinkClick r:id="rId2" tooltip="Retained navigation"/>
                        </a:rPr>
                        <a:t>ALPHA</a:t>
                      </a:r>
                      <a:br>
                        <a:rPr sz="2000" b="1" u="none">
                          <a:solidFill>
                            <a:srgbClr val="00A000"/>
                          </a:solidFill>
                        </a:rPr>
                      </a:br>
                      <a:r>
                        <a:rPr sz="2000" b="1" u="none">
                          <a:solidFill>
                            <a:srgbClr val="00A000"/>
                          </a:solidFill>
                        </a:rPr>
                        <a:t>BETA</a:t>
                      </a:r>
                      <a:br>
                        <a:rPr sz="2000" b="1" u="none">
                          <a:solidFill>
                            <a:srgbClr val="0000E0"/>
                          </a:solidFill>
                        </a:rPr>
                      </a:br>
                      <a:r>
                        <a:rPr sz="2000" b="1" u="none">
                          <a:solidFill>
                            <a:srgbClr val="0000E0"/>
                          </a:solidFill>
                          <a:hlinkClick r:id="rId3" action="ppaction://hlinksldjump" tooltip="Retained navigation"/>
                        </a:rPr>
                        <a:t>GAMMA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pic>
        <p:nvPicPr>
          <p:cNvPr id="129" name="Shape 129" descr="Original generated pixel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350000" y="3810000"/>
            <a:ext cx="508000" cy="254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2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